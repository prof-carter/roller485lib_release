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0" r:id="rId2"/>
    <p:sldId id="261" r:id="rId3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76" autoAdjust="0"/>
    <p:restoredTop sz="94660"/>
  </p:normalViewPr>
  <p:slideViewPr>
    <p:cSldViewPr snapToGrid="0">
      <p:cViewPr varScale="1">
        <p:scale>
          <a:sx n="76" d="100"/>
          <a:sy n="76" d="100"/>
        </p:scale>
        <p:origin x="87" y="20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2-11T07:48:05.840"/>
    </inkml:context>
    <inkml:brush xml:id="br0">
      <inkml:brushProperty name="width" value="0.2" units="cm"/>
      <inkml:brushProperty name="height" value="0.4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6086 5860,'-117'0,"-29"1,-265-18,-43-25,-435-42,211-16,21-25,200 16,18-16,411 117,-93-28,4-3,-129-57,188 70,1-1,3-3,2-1,1 0,-71-63,23-2,-89-117,-169-243,297 371,8 0,5-3,-49-157,80 170,0-88,21-73,6 88,12 1,97-262,189-256,-210 460,145-211,-135 271,142-138,-201 234,5 4,2 0,3 1,136-74,-115 77,3 1,4 3,1 1,111-30,-102 38,2 3,1 2,2 4,1 1,2 4,1 2,138-5,477 13,-432 6,-60 3,-194-1,0-1,-1 1,0 2,48 11,-21-1,0 1,-3 2,111 48,-96-31,-1 1,78 53,106 99,-24 8,-78-61,368 341,-475-427,50 74,-78-94,-3 0,-2 0,-2 1,5 34,2 298,-22-219,55 469,1 7,-59-304,-45-5,32-247,-50 240,63-254,-2-1,-5 1,-23 49,24-78,-1-1,-1-1,-2 1,-2-2,-1 0,-1 0,-33 23,13-15,-1 0,-2-1,-82 34,-404 196,448-215,-3 0,-98 33,92-43,-153 37,0-2,125-29,-371 110,373-116,-3-2,-158 22,233-43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2-11T07:50:03.661"/>
    </inkml:context>
    <inkml:brush xml:id="br0">
      <inkml:brushProperty name="width" value="0.2" units="cm"/>
      <inkml:brushProperty name="height" value="0.4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1048 1,'107'-1,"666"21,594 169,-386-44,537-21,-669-85,-484-22,505-9,-499-10,-130 2,539-7,-5-68,-534 31,114-18,8 28,606 31,-497 7,81-4,-534 0,0 2,0 0,-1 1,1 1,25 9,86 41,-69-27,-25-12,-1 2,53 33,-76-42,0 1,-1 0,0 1,0 0,-1 1,-1 0,1 1,-2 0,0 0,7 15,68 167,85 176,-74-157,-75-168,-3 1,-1 0,-2 2,-2-1,-3 1,-1 0,-3 1,-2 60,-11 1541,11-1257,-9 657,-71-90,2-4,76-217,0-43,-32-165,-1 83,35-459,35 238,-6 1,-33 3,-1-156,3 2395,4-2572,3 0,2-1,3 0,23 67,6 38,-22-62,-9-49,17 61,53 217,-32-120,-29-141,-4 0,-3 1,3 123,-18 389,2-567,0 1,-2-1,0 1,-1-1,-2 0,0 0,0-1,-2 1,-1-2,0 1,-1-1,-16 21,10-18,0-1,-2 0,-1-1,0-1,-1-1,-1-1,0-1,-2 0,-28 13,-22 8,-143 49,-455 129,408-126,219-76,-1-3,0-2,0-1,-81-1,36-2,-45 3,-1104 77,1176-78,0 3,0 2,1 4,-71 24,113-32,-1-1,1-1,-1 0,0-2,-42 1,-13 1,-472 23,-5-28,225-1,-2102 1,2051-15,13-1,126 19,-169-3,334-6,0-4,1-2,-84-27,-14-2,-697-99,593 102,168 23,1-5,-121-41,204 55,-1 1,-30-4,32 7,-1-1,-37-13,21 6,-1 2,0 1,0 3,0 1,-50 1,-15-1,-367-58,188 30,69 11,166 14,-191-31,183 25,0-2,-61-25,80 25,0-3,2 0,-60-41,78 45,2-1,-1 0,2-1,0-1,1 0,0-2,2 1,-17-30,-23-57,-78-220,102 241,-63-203,78 233,2-2,3 0,-3-75,-18-154,1 6,30-443,30 268,2-74,-32 498,-1-78,4 0,22-121,54-91,-5 27,5-308,-60-3,-5 126,0 38,-17-388,4-332,33 449,-17 547,52-210,70-153,-135 509,20-83,-4-1,-5-1,2-109,-14-316,-7 307,22-363,-15 534,31-282,-5 152,-8-2,-3-264,-20 364,4-267,2 253,29-154,-16 164,5-20,-4-1,8-178,-31-973,4 1246,1 0,0 1,1-1,0 1,5-16,0 7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F931140-0E27-CE04-42B4-309D1DB77D3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23F57172-C350-5B0D-C740-93BD935B4FF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0C9888F0-8284-B85D-923B-6CD8AFA314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3E5BAD-9A02-442D-AC96-94C82C63132B}" type="datetimeFigureOut">
              <a:rPr kumimoji="1" lang="ja-JP" altLang="en-US" smtClean="0"/>
              <a:t>2025/12/11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7F2850E4-626F-B5AB-488E-AF00BC9604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C60CBF45-8C14-9375-4DA1-9239F05951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7CBB2E-E394-4E05-ABFF-68A4C817B8D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5039355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8AAA7A1-262A-8B5F-7DE3-5332FAA630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18FBB38E-CD4A-A1E8-1E90-28214A2AC0D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B7182341-F974-06DF-DFD7-593038C71D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3E5BAD-9A02-442D-AC96-94C82C63132B}" type="datetimeFigureOut">
              <a:rPr kumimoji="1" lang="ja-JP" altLang="en-US" smtClean="0"/>
              <a:t>2025/12/11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9174FA9E-A2A2-5A40-43A9-151ED4E0AD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11B4EB81-4C22-1035-F498-6D68818A94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7CBB2E-E394-4E05-ABFF-68A4C817B8D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3656131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23C1128-586D-1198-3F06-B89A49830F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D64A4114-BD27-25EF-198A-5A35470A1D9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68E24DFC-BA00-D6B3-2126-4E39BFD821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3E5BAD-9A02-442D-AC96-94C82C63132B}" type="datetimeFigureOut">
              <a:rPr kumimoji="1" lang="ja-JP" altLang="en-US" smtClean="0"/>
              <a:t>2025/12/11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3F003426-A844-506C-5BC1-2FF80611A6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05FB7FA7-0E04-A7E3-BD32-67A9348D26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7CBB2E-E394-4E05-ABFF-68A4C817B8D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42886640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E1CFD79-FB84-B668-9014-F49154434F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22ECA7D9-1B1A-4E3A-7921-05B8E01CCE3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D858798A-6161-783F-7308-CBF42E12E1A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7218338B-04A3-0146-C550-8E6C4FDC76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3E5BAD-9A02-442D-AC96-94C82C63132B}" type="datetimeFigureOut">
              <a:rPr kumimoji="1" lang="ja-JP" altLang="en-US" smtClean="0"/>
              <a:t>2025/12/11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F5DB5DE3-A155-FBF1-69CF-3D5192895C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754816F2-98B1-30C0-21FF-7521CF8CBF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7CBB2E-E394-4E05-ABFF-68A4C817B8D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1301986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B287102-7444-FD8C-183E-6E6CBB7F9B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F98F2666-2134-0582-99F6-51907B11CE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EE0F400A-103C-E9CC-E9FE-DC49ABDC464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1230816F-641F-2ABA-25B7-F25E7F59E18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82C565C4-1238-2A0D-7A3F-ED273A95ECE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7FBD9490-1AED-BF76-51F4-4179340851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3E5BAD-9A02-442D-AC96-94C82C63132B}" type="datetimeFigureOut">
              <a:rPr kumimoji="1" lang="ja-JP" altLang="en-US" smtClean="0"/>
              <a:t>2025/12/11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BEA796D9-4748-FD4B-198A-093C12CB50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45728F5C-5BBC-448D-EE56-8E2E9BF8B9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7CBB2E-E394-4E05-ABFF-68A4C817B8D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3827011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94AC2E2-CA50-E04E-AA1F-97FA203241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15218D0B-DB66-C3E4-CD15-717BE4CF32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3E5BAD-9A02-442D-AC96-94C82C63132B}" type="datetimeFigureOut">
              <a:rPr kumimoji="1" lang="ja-JP" altLang="en-US" smtClean="0"/>
              <a:t>2025/12/11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A54F564C-7CEF-1E29-7A6A-D17FBF6E68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EA8529A5-6D08-F4B3-7DCC-B845B33E13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7CBB2E-E394-4E05-ABFF-68A4C817B8D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5017686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938DCC69-8DB1-65CA-CA73-73BDB2D66B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3E5BAD-9A02-442D-AC96-94C82C63132B}" type="datetimeFigureOut">
              <a:rPr kumimoji="1" lang="ja-JP" altLang="en-US" smtClean="0"/>
              <a:t>2025/12/11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803E508C-397E-511C-9EC0-BE1A15C62E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06512810-D6D9-89A3-4BA0-8AC165CBB3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7CBB2E-E394-4E05-ABFF-68A4C817B8D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3475178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353D4CE-A8DB-EB5A-E903-286BA3675D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7A4C57D5-1104-2818-1F27-37648C9AE2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842CE124-199A-DA24-060F-15D9F0AC67D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E0125504-69B4-B8E1-EE2F-775741925C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3E5BAD-9A02-442D-AC96-94C82C63132B}" type="datetimeFigureOut">
              <a:rPr kumimoji="1" lang="ja-JP" altLang="en-US" smtClean="0"/>
              <a:t>2025/12/11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6C5027C6-1894-8ABA-A07C-4487CEA009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8BD7E345-0697-926E-4103-55C9982054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7CBB2E-E394-4E05-ABFF-68A4C817B8D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2595923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95FC3BA-3248-FF71-44D4-46DF47E137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A85FE152-DE08-D2E9-9CF6-9F18565360B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C886E81E-B425-C13E-A978-0070BAF6A16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32DF5BDA-B180-E986-75ED-C7EC3382AE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3E5BAD-9A02-442D-AC96-94C82C63132B}" type="datetimeFigureOut">
              <a:rPr kumimoji="1" lang="ja-JP" altLang="en-US" smtClean="0"/>
              <a:t>2025/12/11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13BB49DD-CBA3-78EA-6F50-D6FAD409B7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3673C831-DD4C-B72C-02FA-02F0E758B9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7CBB2E-E394-4E05-ABFF-68A4C817B8D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7647114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D18BC28-3467-E987-B6F6-A5FCEC4AF6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5E7FB3B4-5844-7E56-3A22-333908F1BD0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F141A974-8B73-EF00-9E22-F5D0CB7F05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3E5BAD-9A02-442D-AC96-94C82C63132B}" type="datetimeFigureOut">
              <a:rPr kumimoji="1" lang="ja-JP" altLang="en-US" smtClean="0"/>
              <a:t>2025/12/11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CD3F6C05-16B1-934D-C40B-C5349866E0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423071C7-B7BF-B173-13CA-1C2F550816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7CBB2E-E394-4E05-ABFF-68A4C817B8D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340093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BB4A2546-4074-4413-7AA8-4102D8E7F7C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006B6567-95AC-158C-DADC-9F0A7CE0DA9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7FCBEB0A-164A-7F03-C1E2-EC44E7DD68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3E5BAD-9A02-442D-AC96-94C82C63132B}" type="datetimeFigureOut">
              <a:rPr kumimoji="1" lang="ja-JP" altLang="en-US" smtClean="0"/>
              <a:t>2025/12/11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48BC4345-D0C2-FF2C-B2A8-732AE541EA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A03933FA-5FFC-8B5F-6286-1BD587D4BE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7CBB2E-E394-4E05-ABFF-68A4C817B8D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5266711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75923C33-65B4-BA24-B95E-B40A949516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A9AA5C15-6D2E-3C6B-F438-62DBE27806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E6EE608B-792F-133D-2CE3-DB7CA98A83A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A3E5BAD-9A02-442D-AC96-94C82C63132B}" type="datetimeFigureOut">
              <a:rPr kumimoji="1" lang="ja-JP" altLang="en-US" smtClean="0"/>
              <a:t>2025/12/11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668EBF76-91E6-BB54-BB9D-975C3BC6669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F72ABEAE-CB40-B5E3-4124-E8B8DFD993C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87CBB2E-E394-4E05-ABFF-68A4C817B8D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806325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customXml" Target="../ink/ink1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customXml" Target="../ink/ink2.xm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図 4" descr="グラフィカル ユーザー インターフェイス, アプリケーション&#10;&#10;AI 生成コンテンツは誤りを含む可能性があります。">
            <a:extLst>
              <a:ext uri="{FF2B5EF4-FFF2-40B4-BE49-F238E27FC236}">
                <a16:creationId xmlns:a16="http://schemas.microsoft.com/office/drawing/2014/main" id="{0AF39DC4-7D7D-05AC-A2A6-CB7E53C2D5B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0386" t="24806" r="21116" b="11783"/>
          <a:stretch>
            <a:fillRect/>
          </a:stretch>
        </p:blipFill>
        <p:spPr>
          <a:xfrm>
            <a:off x="1466914" y="0"/>
            <a:ext cx="9258173" cy="5834541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6" name="インク 5">
                <a:extLst>
                  <a:ext uri="{FF2B5EF4-FFF2-40B4-BE49-F238E27FC236}">
                    <a16:creationId xmlns:a16="http://schemas.microsoft.com/office/drawing/2014/main" id="{22F5E35F-1C42-96F4-560A-91D4EEEBF365}"/>
                  </a:ext>
                </a:extLst>
              </p14:cNvPr>
              <p14:cNvContentPartPr/>
              <p14:nvPr/>
            </p14:nvContentPartPr>
            <p14:xfrm>
              <a:off x="3897310" y="760306"/>
              <a:ext cx="2424735" cy="2110214"/>
            </p14:xfrm>
          </p:contentPart>
        </mc:Choice>
        <mc:Fallback>
          <p:pic>
            <p:nvPicPr>
              <p:cNvPr id="6" name="インク 5">
                <a:extLst>
                  <a:ext uri="{FF2B5EF4-FFF2-40B4-BE49-F238E27FC236}">
                    <a16:creationId xmlns:a16="http://schemas.microsoft.com/office/drawing/2014/main" id="{22F5E35F-1C42-96F4-560A-91D4EEEBF365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861313" y="688310"/>
                <a:ext cx="2496368" cy="2253847"/>
              </a:xfrm>
              <a:prstGeom prst="rect">
                <a:avLst/>
              </a:prstGeom>
            </p:spPr>
          </p:pic>
        </mc:Fallback>
      </mc:AlternateContent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7C761053-070E-4623-C409-972976A1D974}"/>
              </a:ext>
            </a:extLst>
          </p:cNvPr>
          <p:cNvSpPr txBox="1"/>
          <p:nvPr/>
        </p:nvSpPr>
        <p:spPr>
          <a:xfrm>
            <a:off x="2684173" y="5003544"/>
            <a:ext cx="5179623" cy="830997"/>
          </a:xfrm>
          <a:prstGeom prst="rect">
            <a:avLst/>
          </a:prstGeom>
          <a:solidFill>
            <a:schemeClr val="bg1">
              <a:alpha val="8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altLang="ja-JP" sz="2400" dirty="0">
                <a:solidFill>
                  <a:schemeClr val="accent2"/>
                </a:solidFill>
              </a:rPr>
              <a:t>position mode </a:t>
            </a:r>
            <a:r>
              <a:rPr lang="ja-JP" altLang="en-US" sz="2400" dirty="0">
                <a:solidFill>
                  <a:schemeClr val="accent2"/>
                </a:solidFill>
              </a:rPr>
              <a:t>の </a:t>
            </a:r>
            <a:r>
              <a:rPr lang="en-US" altLang="ja-JP" sz="2400" dirty="0">
                <a:solidFill>
                  <a:schemeClr val="accent2"/>
                </a:solidFill>
              </a:rPr>
              <a:t>PID </a:t>
            </a:r>
            <a:r>
              <a:rPr lang="ja-JP" altLang="en-US" sz="2400" dirty="0">
                <a:solidFill>
                  <a:schemeClr val="accent2"/>
                </a:solidFill>
              </a:rPr>
              <a:t>ゲイン設定の</a:t>
            </a:r>
            <a:endParaRPr lang="en-US" altLang="ja-JP" sz="2400" dirty="0">
              <a:solidFill>
                <a:schemeClr val="accent2"/>
              </a:solidFill>
            </a:endParaRPr>
          </a:p>
          <a:p>
            <a:r>
              <a:rPr lang="ja-JP" altLang="en-US" sz="2400" dirty="0">
                <a:solidFill>
                  <a:schemeClr val="accent2"/>
                </a:solidFill>
              </a:rPr>
              <a:t>アドレスの間違いを修正</a:t>
            </a:r>
            <a:endParaRPr lang="en-US" altLang="ja-JP" sz="2400" dirty="0">
              <a:solidFill>
                <a:schemeClr val="accent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945010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58DE34-8242-1C22-DEE1-886A91E916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>
            <a:extLst>
              <a:ext uri="{FF2B5EF4-FFF2-40B4-BE49-F238E27FC236}">
                <a16:creationId xmlns:a16="http://schemas.microsoft.com/office/drawing/2014/main" id="{0DDC3797-DBDD-7A4C-86F4-CA0AD7A007A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6037" t="25000" r="9759" b="4667"/>
          <a:stretch>
            <a:fillRect/>
          </a:stretch>
        </p:blipFill>
        <p:spPr>
          <a:xfrm>
            <a:off x="1081303" y="193277"/>
            <a:ext cx="10029394" cy="6471445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5" name="インク 4">
                <a:extLst>
                  <a:ext uri="{FF2B5EF4-FFF2-40B4-BE49-F238E27FC236}">
                    <a16:creationId xmlns:a16="http://schemas.microsoft.com/office/drawing/2014/main" id="{CD96AA89-5F36-0A1C-F85E-8295F8D3369B}"/>
                  </a:ext>
                </a:extLst>
              </p14:cNvPr>
              <p14:cNvContentPartPr/>
              <p14:nvPr/>
            </p14:nvContentPartPr>
            <p14:xfrm>
              <a:off x="3451680" y="548460"/>
              <a:ext cx="5122440" cy="6208200"/>
            </p14:xfrm>
          </p:contentPart>
        </mc:Choice>
        <mc:Fallback>
          <p:pic>
            <p:nvPicPr>
              <p:cNvPr id="5" name="インク 4">
                <a:extLst>
                  <a:ext uri="{FF2B5EF4-FFF2-40B4-BE49-F238E27FC236}">
                    <a16:creationId xmlns:a16="http://schemas.microsoft.com/office/drawing/2014/main" id="{CD96AA89-5F36-0A1C-F85E-8295F8D3369B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416040" y="476460"/>
                <a:ext cx="5194080" cy="63518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50861098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kawata2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0070C0"/>
      </a:accent1>
      <a:accent2>
        <a:srgbClr val="E84746"/>
      </a:accent2>
      <a:accent3>
        <a:srgbClr val="0CA274"/>
      </a:accent3>
      <a:accent4>
        <a:srgbClr val="E48312"/>
      </a:accent4>
      <a:accent5>
        <a:srgbClr val="E32D91"/>
      </a:accent5>
      <a:accent6>
        <a:srgbClr val="00B0F0"/>
      </a:accent6>
      <a:hlink>
        <a:srgbClr val="0070C0"/>
      </a:hlink>
      <a:folHlink>
        <a:srgbClr val="954F72"/>
      </a:folHlink>
    </a:clrScheme>
    <a:fontScheme name="ユーザー定義 6">
      <a:majorFont>
        <a:latin typeface="源柔ゴシック Heavy"/>
        <a:ea typeface="源柔ゴシック Heavy"/>
        <a:cs typeface=""/>
      </a:majorFont>
      <a:minorFont>
        <a:latin typeface="源柔ゴシック Medium"/>
        <a:ea typeface="源柔ゴシック Medium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70</TotalTime>
  <Words>12</Words>
  <Application>Microsoft Office PowerPoint</Application>
  <PresentationFormat>ワイド画面</PresentationFormat>
  <Paragraphs>2</Paragraphs>
  <Slides>2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2</vt:i4>
      </vt:variant>
    </vt:vector>
  </HeadingPairs>
  <TitlesOfParts>
    <vt:vector size="6" baseType="lpstr">
      <vt:lpstr>源柔ゴシック Heavy</vt:lpstr>
      <vt:lpstr>源柔ゴシック Medium</vt:lpstr>
      <vt:lpstr>Arial</vt:lpstr>
      <vt:lpstr>Office テーマ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川田 昌克</dc:creator>
  <cp:lastModifiedBy>川田 昌克</cp:lastModifiedBy>
  <cp:revision>7</cp:revision>
  <dcterms:created xsi:type="dcterms:W3CDTF">2025-11-08T11:05:59Z</dcterms:created>
  <dcterms:modified xsi:type="dcterms:W3CDTF">2025-12-11T07:50:30Z</dcterms:modified>
</cp:coreProperties>
</file>