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6" autoAdjust="0"/>
    <p:restoredTop sz="94660"/>
  </p:normalViewPr>
  <p:slideViewPr>
    <p:cSldViewPr snapToGrid="0">
      <p:cViewPr varScale="1">
        <p:scale>
          <a:sx n="75" d="100"/>
          <a:sy n="75" d="100"/>
        </p:scale>
        <p:origin x="9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2:30:38.50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6086 5860,'-117'0,"-29"1,-265-18,-43-25,-435-42,211-16,21-25,200 16,18-16,411 117,-93-28,4-3,-129-57,188 70,1-1,3-3,2-1,1 0,-71-63,23-2,-89-117,-169-243,297 371,8 0,5-3,-49-157,80 170,0-88,21-73,6 88,12 1,97-262,189-256,-210 460,145-211,-135 271,142-138,-201 234,5 4,2 0,3 1,136-74,-115 77,3 1,4 3,1 1,111-30,-102 38,2 3,1 2,2 4,1 1,2 4,1 2,138-5,477 13,-432 6,-60 3,-194-1,0-1,-1 1,0 2,48 11,-21-1,0 1,-3 2,111 48,-96-31,-1 1,78 53,106 99,-24 8,-78-61,368 341,-475-427,50 74,-78-94,-3 0,-2 0,-2 1,5 34,2 298,-22-219,55 469,1 7,-59-304,-45-5,32-247,-50 240,63-254,-2-1,-5 1,-23 49,24-78,-1-1,-1-1,-2 1,-2-2,-1 0,-1 0,-33 23,13-15,-1 0,-2-1,-82 34,-404 196,448-215,-3 0,-98 33,92-43,-153 37,0-2,125-29,-371 110,373-116,-3-2,-158 22,233-43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2:31:38.4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6086 5860,'-117'0,"-29"1,-265-18,-43-25,-435-42,211-16,21-25,200 16,18-16,411 117,-93-28,4-3,-129-57,188 70,1-1,3-3,2-1,1 0,-71-63,23-2,-89-117,-169-243,297 371,8 0,5-3,-49-157,80 170,0-88,21-73,6 88,12 1,97-262,189-256,-210 460,145-211,-135 271,142-138,-201 234,5 4,2 0,3 1,136-74,-115 77,3 1,4 3,1 1,111-30,-102 38,2 3,1 2,2 4,1 1,2 4,1 2,138-5,477 13,-432 6,-60 3,-194-1,0-1,-1 1,0 2,48 11,-21-1,0 1,-3 2,111 48,-96-31,-1 1,78 53,106 99,-24 8,-78-61,368 341,-475-427,50 74,-78-94,-3 0,-2 0,-2 1,5 34,2 298,-22-219,55 469,1 7,-59-304,-45-5,32-247,-50 240,63-254,-2-1,-5 1,-23 49,24-78,-1-1,-1-1,-2 1,-2-2,-1 0,-1 0,-33 23,13-15,-1 0,-2-1,-82 34,-404 196,448-215,-3 0,-98 33,92-43,-153 37,0-2,125-29,-371 110,373-116,-3-2,-158 22,233-43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2:31:46.66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6086 5860,'-117'0,"-29"1,-265-18,-43-25,-435-42,211-16,21-25,200 16,18-16,411 117,-93-28,4-3,-129-57,188 70,1-1,3-3,2-1,1 0,-71-63,23-2,-89-117,-169-243,297 371,8 0,5-3,-49-157,80 170,0-88,21-73,6 88,12 1,97-262,189-256,-210 460,145-211,-135 271,142-138,-201 234,5 4,2 0,3 1,136-74,-115 77,3 1,4 3,1 1,111-30,-102 38,2 3,1 2,2 4,1 1,2 4,1 2,138-5,477 13,-432 6,-60 3,-194-1,0-1,-1 1,0 2,48 11,-21-1,0 1,-3 2,111 48,-96-31,-1 1,78 53,106 99,-24 8,-78-61,368 341,-475-427,50 74,-78-94,-3 0,-2 0,-2 1,5 34,2 298,-22-219,55 469,1 7,-59-304,-45-5,32-247,-50 240,63-254,-2-1,-5 1,-23 49,24-78,-1-1,-1-1,-2 1,-2-2,-1 0,-1 0,-33 23,13-15,-1 0,-2-1,-82 34,-404 196,448-215,-3 0,-98 33,92-43,-153 37,0-2,125-29,-371 110,373-116,-3-2,-158 22,233-43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22:31:46.67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6086 5860,'-117'0,"-29"1,-265-18,-43-25,-435-42,211-16,21-25,200 16,18-16,411 117,-93-28,4-3,-129-57,188 70,1-1,3-3,2-1,1 0,-71-63,23-2,-89-117,-169-243,297 371,8 0,5-3,-49-157,80 170,0-88,21-73,6 88,12 1,97-262,189-256,-210 460,145-211,-135 271,142-138,-201 234,5 4,2 0,3 1,136-74,-115 77,3 1,4 3,1 1,111-30,-102 38,2 3,1 2,2 4,1 1,2 4,1 2,138-5,477 13,-432 6,-60 3,-194-1,0-1,-1 1,0 2,48 11,-21-1,0 1,-3 2,111 48,-96-31,-1 1,78 53,106 99,-24 8,-78-61,368 341,-475-427,50 74,-78-94,-3 0,-2 0,-2 1,5 34,2 298,-22-219,55 469,1 7,-59-304,-45-5,32-247,-50 240,63-254,-2-1,-5 1,-23 49,24-78,-1-1,-1-1,-2 1,-2-2,-1 0,-1 0,-33 23,13-15,-1 0,-2-1,-82 34,-404 196,448-215,-3 0,-98 33,92-43,-153 37,0-2,125-29,-371 110,373-116,-3-2,-158 22,233-43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931140-0E27-CE04-42B4-309D1DB77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F57172-C350-5B0D-C740-93BD935B4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888F0-8284-B85D-923B-6CD8AFA3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2850E4-626F-B5AB-488E-AF00BC96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0CBF45-8C14-9375-4DA1-9239F059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93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AAA7A1-262A-8B5F-7DE3-5332FAA6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FBB38E-CD4A-A1E8-1E90-28214A2A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182341-F974-06DF-DFD7-593038C7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74FA9E-A2A2-5A40-43A9-151ED4E0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B4EB81-4C22-1035-F498-6D68818A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561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C1128-586D-1198-3F06-B89A4983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4A4114-BD27-25EF-198A-5A35470A1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E24DFC-BA00-D6B3-2126-4E39BFD8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03426-A844-506C-5BC1-2FF80611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FB7FA7-0E04-A7E3-BD32-67A9348D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86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CFD79-FB84-B668-9014-F4915443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ECA7D9-1B1A-4E3A-7921-05B8E01CC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58798A-6161-783F-7308-CBF42E12E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18338B-04A3-0146-C550-8E6C4FDC7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DB5DE3-A155-FBF1-69CF-3D519289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4816F2-98B1-30C0-21FF-7521CF8C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19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87102-7444-FD8C-183E-6E6CBB7F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8F2666-2134-0582-99F6-51907B11C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0F400A-103C-E9CC-E9FE-DC49ABDC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30816F-641F-2ABA-25B7-F25E7F59E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C565C4-1238-2A0D-7A3F-ED273A95E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FBD9490-1AED-BF76-51F4-41793408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A796D9-4748-FD4B-198A-093C12CB5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5728F5C-5BBC-448D-EE56-8E2E9BF8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70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AC2E2-CA50-E04E-AA1F-97FA2032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218D0B-DB66-C3E4-CD15-717BE4CF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4F564C-7CEF-1E29-7A6A-D17FBF6E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8529A5-6D08-F4B3-7DCC-B845B33E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76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8DCC69-8DB1-65CA-CA73-73BDB2D6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3E508C-397E-511C-9EC0-BE1A15C6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512810-D6D9-89A3-4BA0-8AC165CB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5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53D4CE-A8DB-EB5A-E903-286BA367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4C57D5-1104-2818-1F27-37648C9AE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2CE124-199A-DA24-060F-15D9F0AC6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125504-69B4-B8E1-EE2F-77574192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5027C6-1894-8ABA-A07C-4487CEA0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D7E345-0697-926E-4103-55C99820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59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FC3BA-3248-FF71-44D4-46DF47E1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5FE152-DE08-D2E9-9CF6-9F1856536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86E81E-B425-C13E-A978-0070BAF6A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DF5BDA-B180-E986-75ED-C7EC3382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B49DD-CBA3-78EA-6F50-D6FAD40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73C831-DD4C-B72C-02FA-02F0E758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71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8BC28-3467-E987-B6F6-A5FCEC4A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7FB3B4-5844-7E56-3A22-333908F1B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41A974-8B73-EF00-9E22-F5D0CB7F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3F6C05-16B1-934D-C40B-C5349866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3071C7-B7BF-B173-13CA-1C2F5508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00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B4A2546-4074-4413-7AA8-4102D8E7F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6B6567-95AC-158C-DADC-9F0A7CE0D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CBEB0A-164A-7F03-C1E2-EC44E7DD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BC4345-D0C2-FF2C-B2A8-732AE541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3933FA-5FFC-8B5F-6286-1BD587D4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67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923C33-65B4-BA24-B95E-B40A9495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AA5C15-6D2E-3C6B-F438-62DBE278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EE608B-792F-133D-2CE3-DB7CA98A8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E5BAD-9A02-442D-AC96-94C82C63132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8EBF76-91E6-BB54-BB9D-975C3BC66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2ABEAE-CB40-B5E3-4124-E8B8DFD99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63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DC4FB24-C238-62E3-51DA-12F5C24A66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24" t="25116" r="20378" b="12248"/>
          <a:stretch>
            <a:fillRect/>
          </a:stretch>
        </p:blipFill>
        <p:spPr>
          <a:xfrm>
            <a:off x="1235459" y="0"/>
            <a:ext cx="9721082" cy="60513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6B161001-9254-9C7A-5680-A9E5BBC9BC00}"/>
                  </a:ext>
                </a:extLst>
              </p14:cNvPr>
              <p14:cNvContentPartPr/>
              <p14:nvPr/>
            </p14:nvContentPartPr>
            <p14:xfrm>
              <a:off x="3671265" y="760306"/>
              <a:ext cx="2424735" cy="2110214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6B161001-9254-9C7A-5680-A9E5BBC9BC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5268" y="688310"/>
                <a:ext cx="2496368" cy="2253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82F4CA82-CA14-D79B-C3FC-FFFD87477304}"/>
                  </a:ext>
                </a:extLst>
              </p14:cNvPr>
              <p14:cNvContentPartPr/>
              <p14:nvPr/>
            </p14:nvContentPartPr>
            <p14:xfrm>
              <a:off x="3671265" y="3025697"/>
              <a:ext cx="2424735" cy="2110214"/>
            </p14:xfrm>
          </p:contentPart>
        </mc:Choice>
        <mc:Fallback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82F4CA82-CA14-D79B-C3FC-FFFD874773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5268" y="2953701"/>
                <a:ext cx="2496368" cy="2253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C96B669A-B4C8-B1D7-ECE9-CDB1A2C17516}"/>
                  </a:ext>
                </a:extLst>
              </p14:cNvPr>
              <p14:cNvContentPartPr/>
              <p14:nvPr/>
            </p14:nvContentPartPr>
            <p14:xfrm>
              <a:off x="8428460" y="760306"/>
              <a:ext cx="2424735" cy="2110214"/>
            </p14:xfrm>
          </p:contentPart>
        </mc:Choice>
        <mc:Fallback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C96B669A-B4C8-B1D7-ECE9-CDB1A2C175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92463" y="688310"/>
                <a:ext cx="2496368" cy="2253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E0FDF266-58F7-09DB-2366-F5E67D3E579D}"/>
                  </a:ext>
                </a:extLst>
              </p14:cNvPr>
              <p14:cNvContentPartPr/>
              <p14:nvPr/>
            </p14:nvContentPartPr>
            <p14:xfrm>
              <a:off x="8428460" y="3025697"/>
              <a:ext cx="2424735" cy="2110214"/>
            </p14:xfrm>
          </p:contentPart>
        </mc:Choice>
        <mc:Fallback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E0FDF266-58F7-09DB-2366-F5E67D3E57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92463" y="2953701"/>
                <a:ext cx="2496368" cy="2253847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F885785-E9A7-BAB7-F656-42C8B01732B0}"/>
              </a:ext>
            </a:extLst>
          </p:cNvPr>
          <p:cNvSpPr txBox="1"/>
          <p:nvPr/>
        </p:nvSpPr>
        <p:spPr>
          <a:xfrm>
            <a:off x="4176867" y="5242040"/>
            <a:ext cx="6647974" cy="156966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accent2"/>
                </a:solidFill>
              </a:rPr>
              <a:t>制御モード・初期角度、</a:t>
            </a:r>
            <a:r>
              <a:rPr lang="en-US" altLang="ja-JP" sz="2400" dirty="0">
                <a:solidFill>
                  <a:schemeClr val="accent2"/>
                </a:solidFill>
              </a:rPr>
              <a:t>PID </a:t>
            </a:r>
            <a:r>
              <a:rPr lang="ja-JP" altLang="en-US" sz="2400" dirty="0">
                <a:solidFill>
                  <a:schemeClr val="accent2"/>
                </a:solidFill>
              </a:rPr>
              <a:t>パラメータ、</a:t>
            </a:r>
            <a:endParaRPr lang="en-US" altLang="ja-JP" sz="2400" dirty="0">
              <a:solidFill>
                <a:schemeClr val="accent2"/>
              </a:solidFill>
            </a:endParaRPr>
          </a:p>
          <a:p>
            <a:r>
              <a:rPr lang="ja-JP" altLang="en-US" sz="2400" dirty="0">
                <a:solidFill>
                  <a:schemeClr val="accent2"/>
                </a:solidFill>
              </a:rPr>
              <a:t>最大電流値の設定の有効時間を追加</a:t>
            </a:r>
            <a:endParaRPr lang="en-US" altLang="ja-JP" sz="2400" dirty="0">
              <a:solidFill>
                <a:schemeClr val="accent2"/>
              </a:solidFill>
            </a:endParaRPr>
          </a:p>
          <a:p>
            <a:r>
              <a:rPr lang="ja-JP" altLang="en-US" sz="2400" dirty="0">
                <a:solidFill>
                  <a:schemeClr val="accent2"/>
                </a:solidFill>
              </a:rPr>
              <a:t>（電源投入時にスタンドアロンで動作させる</a:t>
            </a:r>
            <a:endParaRPr lang="en-US" altLang="ja-JP" sz="2400" dirty="0">
              <a:solidFill>
                <a:schemeClr val="accent2"/>
              </a:solidFill>
            </a:endParaRPr>
          </a:p>
          <a:p>
            <a:r>
              <a:rPr lang="ja-JP" altLang="en-US" sz="2400" dirty="0">
                <a:solidFill>
                  <a:schemeClr val="accent2"/>
                </a:solidFill>
              </a:rPr>
              <a:t>　ときのパラメータ設定に要する時間を考慮）</a:t>
            </a:r>
            <a:endParaRPr lang="en-US" altLang="ja-JP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592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kawata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84746"/>
      </a:accent2>
      <a:accent3>
        <a:srgbClr val="0CA274"/>
      </a:accent3>
      <a:accent4>
        <a:srgbClr val="E48312"/>
      </a:accent4>
      <a:accent5>
        <a:srgbClr val="E32D91"/>
      </a:accent5>
      <a:accent6>
        <a:srgbClr val="00B0F0"/>
      </a:accent6>
      <a:hlink>
        <a:srgbClr val="0070C0"/>
      </a:hlink>
      <a:folHlink>
        <a:srgbClr val="954F72"/>
      </a:folHlink>
    </a:clrScheme>
    <a:fontScheme name="ユーザー定義 6">
      <a:majorFont>
        <a:latin typeface="源柔ゴシック Heavy"/>
        <a:ea typeface="源柔ゴシック Heavy"/>
        <a:cs typeface=""/>
      </a:majorFont>
      <a:minorFont>
        <a:latin typeface="源柔ゴシック Medium"/>
        <a:ea typeface="源柔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38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源柔ゴシック Heavy</vt:lpstr>
      <vt:lpstr>源柔ゴシック Medium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川田 昌克</dc:creator>
  <cp:lastModifiedBy>川田 昌克</cp:lastModifiedBy>
  <cp:revision>5</cp:revision>
  <dcterms:created xsi:type="dcterms:W3CDTF">2025-11-08T11:05:59Z</dcterms:created>
  <dcterms:modified xsi:type="dcterms:W3CDTF">2025-11-17T22:37:06Z</dcterms:modified>
</cp:coreProperties>
</file>