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6" autoAdjust="0"/>
    <p:restoredTop sz="94660"/>
  </p:normalViewPr>
  <p:slideViewPr>
    <p:cSldViewPr snapToGrid="0">
      <p:cViewPr varScale="1">
        <p:scale>
          <a:sx n="75" d="100"/>
          <a:sy n="75" d="100"/>
        </p:scale>
        <p:origin x="9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1:14:13.7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7250 11383,'-139'1,"-35"1,-316-36,-51-46,-518-86,252-25,24-53,239 32,20-31,491 227,-111-54,4-6,-152-109,222 134,3-3,2-3,3-3,2-2,-86-119,28-6,-106-227,-201-471,354 721,8-3,7-2,-58-310,95 335,0-172,25-143,7 172,14 1,117-509,223-497,-248 893,171-408,-160 525,169-268,-239 457,5 3,3 3,4 3,161-146,-136 150,3 3,4 4,3 5,131-61,-122 75,3 5,2 5,2 6,1 4,2 6,1 5,165-9,568 23,-514 13,-72 7,-231-6,-1 2,0 1,0 3,57 21,-25-1,-1 3,-2 4,131 92,-113-61,-3 3,94 103,127 192,-30 18,-92-122,438 662,-566-827,60 142,-94-182,-2 1,-3 0,-3 2,7 64,1 581,-25-426,65 911,1 12,-70-589,-53-10,37-480,-58 467,74-494,-3-1,-5 0,-28 98,29-155,-1 0,-2-1,-2-1,-2-1,-1 0,-2-2,-39 46,16-28,-2-3,-2-2,-98 70,-481 376,534-413,-4-4,-116 68,109-87,-183 72,1-2,148-56,-441 213,444-226,-3-5,-189 46,277-88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1:11:59.57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2226 1674,'-466'-19,"328"8,-204-25,137-4,-210-35,405 73,-140-26,132 23,2 0,-1-1,0 0,1-1,0-1,-22-15,27 12,0 1,1-2,0 1,0-1,-14-27,-19-21,-14-2,33 37,0-1,1-2,-29-46,45 58,1-1,1 0,0 0,1 0,1-1,1 1,0-1,1-32,-4-36,-1 47,-10-111,16 136,0 0,1-1,0 1,1 0,0 1,1-1,1 0,6-15,-5 20,0 0,0 1,1 0,0 0,0 1,1 0,12-11,60-40,-44 34,-4 1,1 2,1 2,1 0,0 3,2 1,-1 1,2 2,0 2,0 1,1 2,71-5,375-19,124-2,-177 15,91 4,-433 15,-62 0,-1 1,1 1,-1 2,0 1,27 9,122 55,-74-27,-64-30,0 2,-1 1,-1 2,-1 2,0 1,32 27,13 11,-55-43,0 1,32 32,-50-43,0 0,-1 0,0 1,0-1,-1 1,0 1,0-1,0 0,-1 1,-1 0,1 0,-1 0,2 12,0 46,-7 101,-1-46,5-46,-3 73,1-139,-1 0,0-1,-1 1,0-1,0 0,-1 0,0 0,0 0,-1 0,0-1,-8 10,-10 8,-42 37,39-38,-2 1,-2-1,0-1,-2-2,0-1,-1-2,-1-1,0-1,-54 15,-40 8,-2-7,-1-5,-137 10,162-26,-206 9,214-22,-153 4,194 10,37-5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1:12:01.99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2167 1321,'-10'1,"0"0,0 0,0 1,-10 4,-23 3,-197 17,-250-6,481-20,-43 1,0-3,0-2,-92-18,-19-29,-233-105,353 138,-7-3,0-2,1-2,2-2,1-2,-65-54,104 76,0-1,1 0,0 0,0 0,1-1,0 1,1-1,0-1,0 1,1 0,0-1,1 0,0 0,0 0,0-10,1-19,1 0,8-58,-7 86,1-7,1 0,0 0,2 0,0 0,1 1,1-1,1 2,0-1,1 1,20-28,-12 24,0 1,2 1,0 0,1 1,0 1,1 1,28-14,-16 11,2 1,0 2,1 1,1 2,41-8,-20 9,0 3,100-1,525-28,107-19,177 57,-918 2,1 3,93 21,-50-8,-71-15,0 0,-1 2,0 0,0 1,-1 1,1 1,-2 1,1 1,-2 0,1 1,-2 2,19 16,-2 3,41 54,-66-74,0 1,0 0,-1 0,-1 1,-1 0,0 0,7 30,-9-30,3 15,-2 0,4 52,-9-71,-1 0,0 0,0 0,-1 0,0 0,-1 0,-1-1,1 1,-2-1,1 0,-7 10,-8 10,-2-2,-1 0,0-1,-2-1,-45 38,-148 92,148-109,26-17,-1-1,-1-2,-2-3,0-1,-2-2,-61 16,19-14,-2-5,0-3,-136 2,-379-16,292-3,286 2,-46-6,42-1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1:12:05.13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4124 1260,'-478'13,"-275"22,595-30,-1301 8,979-15,411 3,0-4,0-3,1-3,0-3,-71-22,133 32,-36-9,1-3,1-2,1-1,-54-32,89 45,-1 0,1 0,0 0,0-1,0 0,1 0,0 0,0 0,0 0,0-1,1 1,0-1,0 0,1 1,-1-1,1 0,0 0,1-9,-1-6,1 1,1-1,0 1,6-23,1 10,2 0,1 1,2 0,0 1,3 0,0 1,2 1,1 1,1 0,2 2,0 0,2 2,38-31,-46 43,1 0,0 2,1 0,0 0,24-7,102-27,-46 16,58-18,1 6,2 8,255-19,1173-93,-1155 119,2 26,-147 2,771-3,-1000 3,-1 1,0 3,0 3,79 24,212 95,-281-99,77 49,-88-46,-18-12,-1 3,56 45,-84-60,-1 1,0 0,0 0,-1 1,0-1,10 23,-6-6,16 54,-25-74,-1 0,-1 0,1 0,-1 0,0 0,0 0,-1 0,0 0,-1 0,1 0,-1 0,0-1,-1 1,0 0,0-1,0 0,-1 0,0 0,0 0,0-1,-10 10,-10 8,0-2,-1-1,-43 27,47-33,-82 52,-3-4,-3-5,-199 74,265-117,-1-3,0-1,0-3,-65 4,-184-12,144-2,118 2,-20 0,0 1,0 3,1 1,-89 21,91-14,-1-2,0-2,-55 1,83-7,-110 18,99-14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1:16:00.29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3094 6066,'-37'-1,"1"-2,0-2,0-1,0-2,1-1,-55-22,-194-108,200 94,-73-41,-61-31,164 91,2-2,-57-41,15 7,-3 5,-142-62,-67-37,-15-26,282 156,1-1,1-1,1-2,-42-48,5 8,17 12,2-2,4-2,1-2,-52-94,77 114,2-2,1-1,3-1,2 0,2-1,-13-86,15 39,4 0,8-156,4 212,1 1,1 0,3 0,23-68,76-144,-6 16,-67 120,-4-1,27-224,-48 289,1 0,3 1,2 0,2 2,2 0,33-58,19-14,93-119,-92 145,97-96,96-68,-255 247,87-77,149-107,-173 146,2 2,2 4,83-32,285-82,-348 131,1 5,165-15,-165 28,65-5,306 14,-78 53,2 0,645 75,-899-105,187 60,110 37,-9-4,551 139,-556-181,2-34,40-36,298 18,-427 13,319 22,-610-56,1226 57,630-18,-793-9,-27 0,-508-31,477-5,-372-43,-16-1,96 46,-459 4,-164 1,265 44,123 69,-280-50,-3 10,-4 10,276 144,-423-184,-2 5,80 62,-121-77,-1 2,-3 2,-1 2,68 89,-56-54,-3 1,-3 2,67 165,-77-147,-4 2,-5 1,-4 2,-5 0,-4 1,-5 1,-5 191,-13-230,-3 0,-30 101,23-99,-61 169,24-79,31-80,-3-2,-63 124,74-176,0-1,-1 0,-2-2,0 0,-2-1,0-1,-34 25,-175 99,-344 126,451-217,-150 59,-6-11,-4-13,-3-12,-461 59,-491-49,-2-77,962-9,-1110-19,-19-26,988 33,-467-7,-2270 22,2197-69,735 44,172 18,-674-57,-623-4,803 43,-614 10,750 14,174-17,38 1,174 14,-297-19,57-23,-223-22,478 63,-1-1,1 1,-1-2,1 0,0 0,0 0,0-1,-9-7,-8-8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1:20:46.98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4124 1260,'-478'13,"-275"22,595-30,-1301 8,979-15,411 3,0-4,0-3,1-3,0-3,-71-22,133 32,-36-9,1-3,1-2,1-1,-54-32,89 45,-1 0,1 0,0 0,0-1,0 0,1 0,0 0,0 0,0 0,0-1,1 1,0-1,0 0,1 1,-1-1,1 0,0 0,1-9,-1-6,1 1,1-1,0 1,6-23,1 10,2 0,1 1,2 0,0 1,3 0,0 1,2 1,1 1,1 0,2 2,0 0,2 2,38-31,-46 43,1 0,0 2,1 0,0 0,24-7,102-27,-46 16,58-18,1 6,2 8,255-19,1173-93,-1155 119,2 26,-147 2,771-3,-1000 3,-1 1,0 3,0 3,79 24,212 95,-281-99,77 49,-88-46,-18-12,-1 3,56 45,-84-60,-1 1,0 0,0 0,-1 1,0-1,10 23,-6-6,16 54,-25-74,-1 0,-1 0,1 0,-1 0,0 0,0 0,-1 0,0 0,-1 0,1 0,-1 0,0-1,-1 1,0 0,0-1,0 0,-1 0,0 0,0 0,0-1,-10 10,-10 8,0-2,-1-1,-43 27,47-33,-82 52,-3-4,-3-5,-199 74,265-117,-1-3,0-1,0-3,-65 4,-184-12,144-2,118 2,-20 0,0 1,0 3,1 1,-89 21,91-14,-1-2,0-2,-55 1,83-7,-110 18,99-14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931140-0E27-CE04-42B4-309D1DB77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F57172-C350-5B0D-C740-93BD935B4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888F0-8284-B85D-923B-6CD8AFA3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2850E4-626F-B5AB-488E-AF00BC96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0CBF45-8C14-9375-4DA1-9239F059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93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AAA7A1-262A-8B5F-7DE3-5332FAA6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FBB38E-CD4A-A1E8-1E90-28214A2A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182341-F974-06DF-DFD7-593038C7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74FA9E-A2A2-5A40-43A9-151ED4E0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B4EB81-4C22-1035-F498-6D68818A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561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C1128-586D-1198-3F06-B89A4983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4A4114-BD27-25EF-198A-5A35470A1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E24DFC-BA00-D6B3-2126-4E39BFD8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03426-A844-506C-5BC1-2FF80611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FB7FA7-0E04-A7E3-BD32-67A9348D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86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CFD79-FB84-B668-9014-F4915443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ECA7D9-1B1A-4E3A-7921-05B8E01CC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58798A-6161-783F-7308-CBF42E12E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18338B-04A3-0146-C550-8E6C4FDC7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DB5DE3-A155-FBF1-69CF-3D519289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4816F2-98B1-30C0-21FF-7521CF8C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19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87102-7444-FD8C-183E-6E6CBB7F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8F2666-2134-0582-99F6-51907B11C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0F400A-103C-E9CC-E9FE-DC49ABDC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30816F-641F-2ABA-25B7-F25E7F59E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C565C4-1238-2A0D-7A3F-ED273A95E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FBD9490-1AED-BF76-51F4-41793408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A796D9-4748-FD4B-198A-093C12CB5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5728F5C-5BBC-448D-EE56-8E2E9BF8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70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AC2E2-CA50-E04E-AA1F-97FA2032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218D0B-DB66-C3E4-CD15-717BE4CF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4F564C-7CEF-1E29-7A6A-D17FBF6E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8529A5-6D08-F4B3-7DCC-B845B33E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76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8DCC69-8DB1-65CA-CA73-73BDB2D6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3E508C-397E-511C-9EC0-BE1A15C6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512810-D6D9-89A3-4BA0-8AC165CB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5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53D4CE-A8DB-EB5A-E903-286BA367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4C57D5-1104-2818-1F27-37648C9AE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2CE124-199A-DA24-060F-15D9F0AC6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125504-69B4-B8E1-EE2F-77574192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5027C6-1894-8ABA-A07C-4487CEA0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D7E345-0697-926E-4103-55C99820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59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FC3BA-3248-FF71-44D4-46DF47E1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5FE152-DE08-D2E9-9CF6-9F1856536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86E81E-B425-C13E-A978-0070BAF6A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DF5BDA-B180-E986-75ED-C7EC3382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B49DD-CBA3-78EA-6F50-D6FAD40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73C831-DD4C-B72C-02FA-02F0E758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71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8BC28-3467-E987-B6F6-A5FCEC4A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7FB3B4-5844-7E56-3A22-333908F1B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41A974-8B73-EF00-9E22-F5D0CB7F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3F6C05-16B1-934D-C40B-C5349866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3071C7-B7BF-B173-13CA-1C2F5508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00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B4A2546-4074-4413-7AA8-4102D8E7F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6B6567-95AC-158C-DADC-9F0A7CE0D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CBEB0A-164A-7F03-C1E2-EC44E7DD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BC4345-D0C2-FF2C-B2A8-732AE541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3933FA-5FFC-8B5F-6286-1BD587D4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67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923C33-65B4-BA24-B95E-B40A9495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AA5C15-6D2E-3C6B-F438-62DBE278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EE608B-792F-133D-2CE3-DB7CA98A8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E5BAD-9A02-442D-AC96-94C82C63132B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8EBF76-91E6-BB54-BB9D-975C3BC66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2ABEAE-CB40-B5E3-4124-E8B8DFD99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63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4" Type="http://schemas.openxmlformats.org/officeDocument/2006/relationships/customXml" Target="../ink/ink2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678655B-31E9-22FA-BF19-5F972C8EA7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35" t="25116" r="21327" b="12558"/>
          <a:stretch>
            <a:fillRect/>
          </a:stretch>
        </p:blipFill>
        <p:spPr>
          <a:xfrm>
            <a:off x="0" y="0"/>
            <a:ext cx="9754347" cy="61461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7FDB9362-1265-E515-1088-B064D23B4556}"/>
                  </a:ext>
                </a:extLst>
              </p14:cNvPr>
              <p14:cNvContentPartPr/>
              <p14:nvPr/>
            </p14:nvContentPartPr>
            <p14:xfrm>
              <a:off x="7112670" y="1097863"/>
              <a:ext cx="2888640" cy="4099170"/>
            </p14:xfrm>
          </p:contentPart>
        </mc:Choice>
        <mc:Fallback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7FDB9362-1265-E515-1088-B064D23B45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7030" y="1025859"/>
                <a:ext cx="2960280" cy="424281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2A5E577-67D2-00EB-BDA8-9762907EB0D2}"/>
              </a:ext>
            </a:extLst>
          </p:cNvPr>
          <p:cNvSpPr txBox="1"/>
          <p:nvPr/>
        </p:nvSpPr>
        <p:spPr>
          <a:xfrm>
            <a:off x="5861421" y="3073078"/>
            <a:ext cx="6330579" cy="12003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accent2"/>
                </a:solidFill>
              </a:rPr>
              <a:t>ライブラリ </a:t>
            </a:r>
            <a:r>
              <a:rPr lang="en-US" altLang="ja-JP" sz="2400" dirty="0">
                <a:solidFill>
                  <a:schemeClr val="accent2"/>
                </a:solidFill>
              </a:rPr>
              <a:t>I2C Read </a:t>
            </a:r>
            <a:r>
              <a:rPr lang="ja-JP" altLang="en-US" sz="2400" dirty="0">
                <a:solidFill>
                  <a:schemeClr val="accent2"/>
                </a:solidFill>
              </a:rPr>
              <a:t>の</a:t>
            </a:r>
            <a:r>
              <a:rPr lang="en-US" altLang="ja-JP" sz="2400" dirty="0">
                <a:solidFill>
                  <a:schemeClr val="accent2"/>
                </a:solidFill>
              </a:rPr>
              <a:t> Simulink </a:t>
            </a:r>
            <a:r>
              <a:rPr lang="ja-JP" altLang="en-US" sz="2400" dirty="0">
                <a:solidFill>
                  <a:schemeClr val="accent2"/>
                </a:solidFill>
              </a:rPr>
              <a:t>ブロック</a:t>
            </a:r>
            <a:endParaRPr lang="en-US" altLang="ja-JP" sz="2400" dirty="0">
              <a:solidFill>
                <a:schemeClr val="accent2"/>
              </a:solidFill>
            </a:endParaRPr>
          </a:p>
          <a:p>
            <a:r>
              <a:rPr lang="ja-JP" altLang="en-US" sz="2400" dirty="0">
                <a:solidFill>
                  <a:schemeClr val="accent2"/>
                </a:solidFill>
              </a:rPr>
              <a:t>における </a:t>
            </a:r>
            <a:r>
              <a:rPr kumimoji="1" lang="en-US" altLang="ja-JP" sz="2400" dirty="0">
                <a:solidFill>
                  <a:schemeClr val="accent2"/>
                </a:solidFill>
              </a:rPr>
              <a:t>I2C </a:t>
            </a:r>
            <a:r>
              <a:rPr kumimoji="1" lang="ja-JP" altLang="en-US" sz="2400" dirty="0">
                <a:solidFill>
                  <a:schemeClr val="accent2"/>
                </a:solidFill>
              </a:rPr>
              <a:t>アドレスの</a:t>
            </a:r>
            <a:r>
              <a:rPr lang="ja-JP" altLang="en-US" sz="2400" dirty="0">
                <a:solidFill>
                  <a:schemeClr val="accent2"/>
                </a:solidFill>
              </a:rPr>
              <a:t>変更が反映されない</a:t>
            </a:r>
            <a:endParaRPr lang="en-US" altLang="ja-JP" sz="2400" dirty="0">
              <a:solidFill>
                <a:schemeClr val="accent2"/>
              </a:solidFill>
            </a:endParaRPr>
          </a:p>
          <a:p>
            <a:r>
              <a:rPr lang="ja-JP" altLang="en-US" sz="2400" dirty="0">
                <a:solidFill>
                  <a:schemeClr val="accent2"/>
                </a:solidFill>
              </a:rPr>
              <a:t>不具合を修正</a:t>
            </a:r>
            <a:endParaRPr kumimoji="1" lang="ja-JP" alt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658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DCD888A5-FC21-5DE9-7547-88F3F0219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216" y="0"/>
            <a:ext cx="5739175" cy="687957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CF954A5-EF49-8A5F-C6E7-E2B7F8DAB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50" t="23291" r="58988" b="13924"/>
          <a:stretch>
            <a:fillRect/>
          </a:stretch>
        </p:blipFill>
        <p:spPr>
          <a:xfrm>
            <a:off x="221787" y="1483004"/>
            <a:ext cx="3287210" cy="4305783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F6B774-0D38-1CEF-D4BB-5F7EF4D6C78F}"/>
              </a:ext>
            </a:extLst>
          </p:cNvPr>
          <p:cNvSpPr txBox="1"/>
          <p:nvPr/>
        </p:nvSpPr>
        <p:spPr>
          <a:xfrm>
            <a:off x="221787" y="266217"/>
            <a:ext cx="4328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accent2"/>
                </a:solidFill>
              </a:rPr>
              <a:t>Roller485 </a:t>
            </a:r>
            <a:r>
              <a:rPr kumimoji="1" lang="ja-JP" altLang="en-US" sz="2400" dirty="0">
                <a:solidFill>
                  <a:schemeClr val="accent2"/>
                </a:solidFill>
              </a:rPr>
              <a:t>の </a:t>
            </a:r>
            <a:r>
              <a:rPr kumimoji="1" lang="en-US" altLang="ja-JP" sz="2400" dirty="0">
                <a:solidFill>
                  <a:schemeClr val="accent2"/>
                </a:solidFill>
              </a:rPr>
              <a:t>I2C </a:t>
            </a:r>
            <a:r>
              <a:rPr kumimoji="1" lang="ja-JP" altLang="en-US" sz="2400" dirty="0">
                <a:solidFill>
                  <a:schemeClr val="accent2"/>
                </a:solidFill>
              </a:rPr>
              <a:t>アドレスを</a:t>
            </a:r>
            <a:endParaRPr kumimoji="1" lang="en-US" altLang="ja-JP" sz="2400" dirty="0">
              <a:solidFill>
                <a:schemeClr val="accent2"/>
              </a:solidFill>
            </a:endParaRPr>
          </a:p>
          <a:p>
            <a:r>
              <a:rPr lang="en-US" altLang="ja-JP" sz="2400" dirty="0">
                <a:solidFill>
                  <a:schemeClr val="accent2"/>
                </a:solidFill>
              </a:rPr>
              <a:t>Simulink </a:t>
            </a:r>
            <a:r>
              <a:rPr lang="ja-JP" altLang="en-US" sz="2400" dirty="0">
                <a:solidFill>
                  <a:schemeClr val="accent2"/>
                </a:solidFill>
              </a:rPr>
              <a:t>ブロックに自動表示</a:t>
            </a:r>
            <a:endParaRPr kumimoji="1" lang="ja-JP" altLang="en-US" sz="24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5825E7CF-B760-0297-361C-28201DF8BE30}"/>
                  </a:ext>
                </a:extLst>
              </p14:cNvPr>
              <p14:cNvContentPartPr/>
              <p14:nvPr/>
            </p14:nvContentPartPr>
            <p14:xfrm>
              <a:off x="622590" y="1793383"/>
              <a:ext cx="1370880" cy="621360"/>
            </p14:xfrm>
          </p:contentPart>
        </mc:Choice>
        <mc:Fallback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5825E7CF-B760-0297-361C-28201DF8BE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6950" y="1721743"/>
                <a:ext cx="1442520" cy="76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2F34DC86-1EC6-8279-A8BD-3A2819ED3115}"/>
                  </a:ext>
                </a:extLst>
              </p14:cNvPr>
              <p14:cNvContentPartPr/>
              <p14:nvPr/>
            </p14:nvContentPartPr>
            <p14:xfrm>
              <a:off x="458430" y="4073263"/>
              <a:ext cx="1460880" cy="511200"/>
            </p14:xfrm>
          </p:contentPart>
        </mc:Choice>
        <mc:Fallback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2F34DC86-1EC6-8279-A8BD-3A2819ED31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2790" y="4001623"/>
                <a:ext cx="153252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C1761D44-0C58-5B24-C42E-81FAF48A5ED7}"/>
                  </a:ext>
                </a:extLst>
              </p14:cNvPr>
              <p14:cNvContentPartPr/>
              <p14:nvPr/>
            </p14:nvContentPartPr>
            <p14:xfrm>
              <a:off x="4524177" y="3386955"/>
              <a:ext cx="2373120" cy="497880"/>
            </p14:xfrm>
          </p:contentPart>
        </mc:Choice>
        <mc:Fallback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C1761D44-0C58-5B24-C42E-81FAF48A5E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88537" y="3315315"/>
                <a:ext cx="2444760" cy="64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303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07F7D43-8BD8-E867-3D25-74C000EE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32" t="24472" r="5957" b="3628"/>
          <a:stretch>
            <a:fillRect/>
          </a:stretch>
        </p:blipFill>
        <p:spPr>
          <a:xfrm>
            <a:off x="590308" y="-1"/>
            <a:ext cx="10706584" cy="59543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03780C1D-559A-B652-80FD-A46640C85B8F}"/>
                  </a:ext>
                </a:extLst>
              </p14:cNvPr>
              <p14:cNvContentPartPr/>
              <p14:nvPr/>
            </p14:nvContentPartPr>
            <p14:xfrm>
              <a:off x="217111" y="3927823"/>
              <a:ext cx="8511480" cy="2207880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03780C1D-559A-B652-80FD-A46640C85B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111" y="3855823"/>
                <a:ext cx="8583120" cy="23515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F34B9C-209E-FC92-1704-1DBDE873BF7C}"/>
              </a:ext>
            </a:extLst>
          </p:cNvPr>
          <p:cNvSpPr txBox="1"/>
          <p:nvPr/>
        </p:nvSpPr>
        <p:spPr>
          <a:xfrm>
            <a:off x="1459160" y="5857911"/>
            <a:ext cx="5644494" cy="830997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accent2"/>
                </a:solidFill>
              </a:rPr>
              <a:t>ライブラリ </a:t>
            </a:r>
            <a:r>
              <a:rPr lang="en-US" altLang="ja-JP" sz="2400" dirty="0">
                <a:solidFill>
                  <a:schemeClr val="accent2"/>
                </a:solidFill>
              </a:rPr>
              <a:t>I2C Write </a:t>
            </a:r>
            <a:r>
              <a:rPr lang="ja-JP" altLang="en-US" sz="2400" dirty="0">
                <a:solidFill>
                  <a:schemeClr val="accent2"/>
                </a:solidFill>
              </a:rPr>
              <a:t>に電流の</a:t>
            </a:r>
            <a:r>
              <a:rPr kumimoji="1" lang="ja-JP" altLang="en-US" sz="2400" dirty="0">
                <a:solidFill>
                  <a:schemeClr val="accent2"/>
                </a:solidFill>
              </a:rPr>
              <a:t>最大値を</a:t>
            </a:r>
            <a:endParaRPr kumimoji="1" lang="en-US" altLang="ja-JP" sz="2400" dirty="0">
              <a:solidFill>
                <a:schemeClr val="accent2"/>
              </a:solidFill>
            </a:endParaRPr>
          </a:p>
          <a:p>
            <a:r>
              <a:rPr kumimoji="1" lang="ja-JP" altLang="en-US" sz="2400" dirty="0">
                <a:solidFill>
                  <a:schemeClr val="accent2"/>
                </a:solidFill>
              </a:rPr>
              <a:t>設定可能な </a:t>
            </a:r>
            <a:r>
              <a:rPr kumimoji="1" lang="en-US" altLang="ja-JP" sz="2400" dirty="0">
                <a:solidFill>
                  <a:schemeClr val="accent2"/>
                </a:solidFill>
              </a:rPr>
              <a:t>Simulink </a:t>
            </a:r>
            <a:r>
              <a:rPr kumimoji="1" lang="ja-JP" altLang="en-US" sz="2400" dirty="0">
                <a:solidFill>
                  <a:schemeClr val="accent2"/>
                </a:solidFill>
              </a:rPr>
              <a:t>ブロックを追加</a:t>
            </a:r>
            <a:endParaRPr kumimoji="1" lang="en-US" altLang="ja-JP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97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40F7E06-FAC2-6D2E-4236-BDA0F381A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708" y="209550"/>
            <a:ext cx="4410075" cy="64389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E966E7F-6426-18A1-D455-70E0B92CD6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00" t="26835" r="35320" b="36540"/>
          <a:stretch>
            <a:fillRect/>
          </a:stretch>
        </p:blipFill>
        <p:spPr>
          <a:xfrm>
            <a:off x="138896" y="1354237"/>
            <a:ext cx="3507130" cy="25117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CD0DB073-75B2-C5F4-40DC-BD62EBF3D4E1}"/>
                  </a:ext>
                </a:extLst>
              </p14:cNvPr>
              <p14:cNvContentPartPr/>
              <p14:nvPr/>
            </p14:nvContentPartPr>
            <p14:xfrm>
              <a:off x="3646026" y="5644018"/>
              <a:ext cx="2373120" cy="497880"/>
            </p14:xfrm>
          </p:contentPart>
        </mc:Choice>
        <mc:Fallback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CD0DB073-75B2-C5F4-40DC-BD62EBF3D4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0386" y="5572378"/>
                <a:ext cx="2444760" cy="64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3649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kawata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84746"/>
      </a:accent2>
      <a:accent3>
        <a:srgbClr val="0CA274"/>
      </a:accent3>
      <a:accent4>
        <a:srgbClr val="E48312"/>
      </a:accent4>
      <a:accent5>
        <a:srgbClr val="E32D91"/>
      </a:accent5>
      <a:accent6>
        <a:srgbClr val="00B0F0"/>
      </a:accent6>
      <a:hlink>
        <a:srgbClr val="0070C0"/>
      </a:hlink>
      <a:folHlink>
        <a:srgbClr val="954F72"/>
      </a:folHlink>
    </a:clrScheme>
    <a:fontScheme name="ユーザー定義 6">
      <a:majorFont>
        <a:latin typeface="源柔ゴシック Heavy"/>
        <a:ea typeface="源柔ゴシック Heavy"/>
        <a:cs typeface=""/>
      </a:majorFont>
      <a:minorFont>
        <a:latin typeface="源柔ゴシック Medium"/>
        <a:ea typeface="源柔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43</Words>
  <Application>Microsoft Office PowerPoint</Application>
  <PresentationFormat>ワイド画面</PresentationFormat>
  <Paragraphs>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源柔ゴシック Heavy</vt:lpstr>
      <vt:lpstr>源柔ゴシック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川田 昌克</dc:creator>
  <cp:lastModifiedBy>川田 昌克</cp:lastModifiedBy>
  <cp:revision>1</cp:revision>
  <dcterms:created xsi:type="dcterms:W3CDTF">2025-11-08T11:05:59Z</dcterms:created>
  <dcterms:modified xsi:type="dcterms:W3CDTF">2025-11-08T11:58:19Z</dcterms:modified>
</cp:coreProperties>
</file>