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76" autoAdjust="0"/>
    <p:restoredTop sz="94660"/>
  </p:normalViewPr>
  <p:slideViewPr>
    <p:cSldViewPr snapToGrid="0">
      <p:cViewPr varScale="1">
        <p:scale>
          <a:sx n="82" d="100"/>
          <a:sy n="82" d="100"/>
        </p:scale>
        <p:origin x="560" y="8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08T11:14:13.735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7250 5485,'-139'0,"-35"1,-316-17,-51-23,-518-40,252-14,24-24,239 15,20-15,491 109,-111-26,4-2,-152-54,222 66,3-2,2-2,3-1,2 0,-86-59,28-2,-106-109,-201-228,354 348,8-1,7-2,-58-148,95 160,0-82,25-69,7 82,14 2,117-246,223-240,-248 431,171-197,-160 253,169-129,-239 220,5 2,3 1,4 1,161-69,-136 71,3 2,4 2,3 2,131-29,-122 36,3 2,2 3,2 3,1 1,2 4,1 2,165-5,568 12,-514 6,-72 3,-231-2,-1 0,0 1,0 1,57 11,-25-1,-1 1,-2 2,131 45,-113-30,-3 2,94 49,127 93,-30 8,-92-58,438 319,-566-399,60 69,-94-88,-2 0,-3 1,-3 0,7 31,1 280,-25-205,65 439,1 6,-70-284,-53-5,37-231,-58 224,74-237,-3-1,-5 1,-28 46,29-74,-1 0,-2-1,-2 0,-2-1,-1 0,-2 0,-39 21,16-13,-2-1,-2-1,-98 33,-481 182,534-200,-4-1,-116 32,109-41,-183 34,1-1,148-27,-441 103,444-109,-3-2,-189 21,277-41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931140-0E27-CE04-42B4-309D1DB77D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3F57172-C350-5B0D-C740-93BD935B4F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C9888F0-8284-B85D-923B-6CD8AFA31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E5BAD-9A02-442D-AC96-94C82C63132B}" type="datetimeFigureOut">
              <a:rPr kumimoji="1" lang="ja-JP" altLang="en-US" smtClean="0"/>
              <a:t>2025/11/11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F2850E4-626F-B5AB-488E-AF00BC960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60CBF45-8C14-9375-4DA1-9239F0595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CBB2E-E394-4E05-ABFF-68A4C817B8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3935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8AAA7A1-262A-8B5F-7DE3-5332FAA63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8FBB38E-CD4A-A1E8-1E90-28214A2AC0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7182341-F974-06DF-DFD7-593038C71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E5BAD-9A02-442D-AC96-94C82C63132B}" type="datetimeFigureOut">
              <a:rPr kumimoji="1" lang="ja-JP" altLang="en-US" smtClean="0"/>
              <a:t>2025/11/11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174FA9E-A2A2-5A40-43A9-151ED4E0A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B4EB81-4C22-1035-F498-6D68818A9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CBB2E-E394-4E05-ABFF-68A4C817B8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65613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3C1128-586D-1198-3F06-B89A49830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64A4114-BD27-25EF-198A-5A35470A1D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8E24DFC-BA00-D6B3-2126-4E39BFD82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E5BAD-9A02-442D-AC96-94C82C63132B}" type="datetimeFigureOut">
              <a:rPr kumimoji="1" lang="ja-JP" altLang="en-US" smtClean="0"/>
              <a:t>2025/11/11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F003426-A844-506C-5BC1-2FF80611A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5FB7FA7-0E04-A7E3-BD32-67A9348D2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CBB2E-E394-4E05-ABFF-68A4C817B8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288664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E1CFD79-FB84-B668-9014-F49154434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2ECA7D9-1B1A-4E3A-7921-05B8E01CCE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858798A-6161-783F-7308-CBF42E12E1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218338B-04A3-0146-C550-8E6C4FDC7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E5BAD-9A02-442D-AC96-94C82C63132B}" type="datetimeFigureOut">
              <a:rPr kumimoji="1" lang="ja-JP" altLang="en-US" smtClean="0"/>
              <a:t>2025/11/11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5DB5DE3-A155-FBF1-69CF-3D5192895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54816F2-98B1-30C0-21FF-7521CF8CB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CBB2E-E394-4E05-ABFF-68A4C817B8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01986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B287102-7444-FD8C-183E-6E6CBB7F9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98F2666-2134-0582-99F6-51907B11C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E0F400A-103C-E9CC-E9FE-DC49ABDC46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230816F-641F-2ABA-25B7-F25E7F59E1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2C565C4-1238-2A0D-7A3F-ED273A95EC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FBD9490-1AED-BF76-51F4-417934085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E5BAD-9A02-442D-AC96-94C82C63132B}" type="datetimeFigureOut">
              <a:rPr kumimoji="1" lang="ja-JP" altLang="en-US" smtClean="0"/>
              <a:t>2025/11/11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BEA796D9-4748-FD4B-198A-093C12CB5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5728F5C-5BBC-448D-EE56-8E2E9BF8B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CBB2E-E394-4E05-ABFF-68A4C817B8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2701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94AC2E2-CA50-E04E-AA1F-97FA20324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5218D0B-DB66-C3E4-CD15-717BE4CF3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E5BAD-9A02-442D-AC96-94C82C63132B}" type="datetimeFigureOut">
              <a:rPr kumimoji="1" lang="ja-JP" altLang="en-US" smtClean="0"/>
              <a:t>2025/11/11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54F564C-7CEF-1E29-7A6A-D17FBF6E6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A8529A5-6D08-F4B3-7DCC-B845B33E1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CBB2E-E394-4E05-ABFF-68A4C817B8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1768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938DCC69-8DB1-65CA-CA73-73BDB2D66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E5BAD-9A02-442D-AC96-94C82C63132B}" type="datetimeFigureOut">
              <a:rPr kumimoji="1" lang="ja-JP" altLang="en-US" smtClean="0"/>
              <a:t>2025/11/11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03E508C-397E-511C-9EC0-BE1A15C62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6512810-D6D9-89A3-4BA0-8AC165CBB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CBB2E-E394-4E05-ABFF-68A4C817B8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47517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353D4CE-A8DB-EB5A-E903-286BA3675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A4C57D5-1104-2818-1F27-37648C9AE2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42CE124-199A-DA24-060F-15D9F0AC67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0125504-69B4-B8E1-EE2F-775741925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E5BAD-9A02-442D-AC96-94C82C63132B}" type="datetimeFigureOut">
              <a:rPr kumimoji="1" lang="ja-JP" altLang="en-US" smtClean="0"/>
              <a:t>2025/11/11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C5027C6-1894-8ABA-A07C-4487CEA00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BD7E345-0697-926E-4103-55C998205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CBB2E-E394-4E05-ABFF-68A4C817B8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9592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95FC3BA-3248-FF71-44D4-46DF47E13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85FE152-DE08-D2E9-9CF6-9F18565360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886E81E-B425-C13E-A978-0070BAF6A1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2DF5BDA-B180-E986-75ED-C7EC3382A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E5BAD-9A02-442D-AC96-94C82C63132B}" type="datetimeFigureOut">
              <a:rPr kumimoji="1" lang="ja-JP" altLang="en-US" smtClean="0"/>
              <a:t>2025/11/11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3BB49DD-CBA3-78EA-6F50-D6FAD409B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673C831-DD4C-B72C-02FA-02F0E758B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CBB2E-E394-4E05-ABFF-68A4C817B8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647114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D18BC28-3467-E987-B6F6-A5FCEC4AF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E7FB3B4-5844-7E56-3A22-333908F1BD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141A974-8B73-EF00-9E22-F5D0CB7F0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E5BAD-9A02-442D-AC96-94C82C63132B}" type="datetimeFigureOut">
              <a:rPr kumimoji="1" lang="ja-JP" altLang="en-US" smtClean="0"/>
              <a:t>2025/11/11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D3F6C05-16B1-934D-C40B-C5349866E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23071C7-B7BF-B173-13CA-1C2F55081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CBB2E-E394-4E05-ABFF-68A4C817B8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340093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B4A2546-4074-4413-7AA8-4102D8E7F7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06B6567-95AC-158C-DADC-9F0A7CE0DA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FCBEB0A-164A-7F03-C1E2-EC44E7DD6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E5BAD-9A02-442D-AC96-94C82C63132B}" type="datetimeFigureOut">
              <a:rPr kumimoji="1" lang="ja-JP" altLang="en-US" smtClean="0"/>
              <a:t>2025/11/11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8BC4345-D0C2-FF2C-B2A8-732AE541E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03933FA-5FFC-8B5F-6286-1BD587D4B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CBB2E-E394-4E05-ABFF-68A4C817B8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26671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75923C33-65B4-BA24-B95E-B40A94951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9AA5C15-6D2E-3C6B-F438-62DBE27806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6EE608B-792F-133D-2CE3-DB7CA98A83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3E5BAD-9A02-442D-AC96-94C82C63132B}" type="datetimeFigureOut">
              <a:rPr kumimoji="1" lang="ja-JP" altLang="en-US" smtClean="0"/>
              <a:t>2025/11/11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68EBF76-91E6-BB54-BB9D-975C3BC666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72ABEAE-CB40-B5E3-4124-E8B8DFD993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7CBB2E-E394-4E05-ABFF-68A4C817B8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80632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C7767E1D-50B1-6181-4972-0A64B4443FF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234" t="24220" r="20905" b="11937"/>
          <a:stretch>
            <a:fillRect/>
          </a:stretch>
        </p:blipFill>
        <p:spPr>
          <a:xfrm>
            <a:off x="405495" y="0"/>
            <a:ext cx="9595815" cy="614561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インク 6">
                <a:extLst>
                  <a:ext uri="{FF2B5EF4-FFF2-40B4-BE49-F238E27FC236}">
                    <a16:creationId xmlns:a16="http://schemas.microsoft.com/office/drawing/2014/main" id="{7FDB9362-1265-E515-1088-B064D23B4556}"/>
                  </a:ext>
                </a:extLst>
              </p14:cNvPr>
              <p14:cNvContentPartPr/>
              <p14:nvPr/>
            </p14:nvContentPartPr>
            <p14:xfrm>
              <a:off x="7229628" y="1012802"/>
              <a:ext cx="2888640" cy="1975215"/>
            </p14:xfrm>
          </p:contentPart>
        </mc:Choice>
        <mc:Fallback xmlns="">
          <p:pic>
            <p:nvPicPr>
              <p:cNvPr id="7" name="インク 6">
                <a:extLst>
                  <a:ext uri="{FF2B5EF4-FFF2-40B4-BE49-F238E27FC236}">
                    <a16:creationId xmlns:a16="http://schemas.microsoft.com/office/drawing/2014/main" id="{7FDB9362-1265-E515-1088-B064D23B455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193628" y="940806"/>
                <a:ext cx="2960280" cy="2118847"/>
              </a:xfrm>
              <a:prstGeom prst="rect">
                <a:avLst/>
              </a:prstGeom>
            </p:spPr>
          </p:pic>
        </mc:Fallback>
      </mc:AlternateContent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2A5E577-67D2-00EB-BDA8-9762907EB0D2}"/>
              </a:ext>
            </a:extLst>
          </p:cNvPr>
          <p:cNvSpPr txBox="1"/>
          <p:nvPr/>
        </p:nvSpPr>
        <p:spPr>
          <a:xfrm>
            <a:off x="5901495" y="3013501"/>
            <a:ext cx="6290505" cy="1200329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none" rtlCol="0">
            <a:spAutoFit/>
          </a:bodyPr>
          <a:lstStyle/>
          <a:p>
            <a:r>
              <a:rPr kumimoji="1" lang="ja-JP" altLang="en-US" sz="2400" dirty="0">
                <a:solidFill>
                  <a:schemeClr val="accent2"/>
                </a:solidFill>
              </a:rPr>
              <a:t>ライブラリ </a:t>
            </a:r>
            <a:r>
              <a:rPr kumimoji="1" lang="en-US" altLang="ja-JP" sz="2400" dirty="0">
                <a:solidFill>
                  <a:schemeClr val="accent2"/>
                </a:solidFill>
              </a:rPr>
              <a:t>I2C Read </a:t>
            </a:r>
            <a:r>
              <a:rPr kumimoji="1" lang="ja-JP" altLang="en-US" sz="2400" dirty="0">
                <a:solidFill>
                  <a:schemeClr val="accent2"/>
                </a:solidFill>
              </a:rPr>
              <a:t>のブロックにおいて、</a:t>
            </a:r>
            <a:r>
              <a:rPr kumimoji="1" lang="en-US" altLang="ja-JP" sz="2400" dirty="0">
                <a:solidFill>
                  <a:schemeClr val="accent2"/>
                </a:solidFill>
              </a:rPr>
              <a:t> </a:t>
            </a:r>
          </a:p>
          <a:p>
            <a:r>
              <a:rPr kumimoji="1" lang="ja-JP" altLang="en-US" sz="2400" dirty="0">
                <a:solidFill>
                  <a:schemeClr val="accent2"/>
                </a:solidFill>
              </a:rPr>
              <a:t>出力が </a:t>
            </a:r>
            <a:r>
              <a:rPr kumimoji="1" lang="en-US" altLang="ja-JP" sz="2400" dirty="0">
                <a:solidFill>
                  <a:schemeClr val="accent2"/>
                </a:solidFill>
              </a:rPr>
              <a:t>3 </a:t>
            </a:r>
            <a:r>
              <a:rPr kumimoji="1" lang="ja-JP" altLang="en-US" sz="2400" dirty="0">
                <a:solidFill>
                  <a:schemeClr val="accent2"/>
                </a:solidFill>
              </a:rPr>
              <a:t>次元配列になっていたので</a:t>
            </a:r>
            <a:endParaRPr kumimoji="1" lang="en-US" altLang="ja-JP" sz="2400" dirty="0">
              <a:solidFill>
                <a:schemeClr val="accent2"/>
              </a:solidFill>
            </a:endParaRPr>
          </a:p>
          <a:p>
            <a:r>
              <a:rPr lang="ja-JP" altLang="en-US" sz="2400" dirty="0">
                <a:solidFill>
                  <a:schemeClr val="accent2"/>
                </a:solidFill>
              </a:rPr>
              <a:t>出力を </a:t>
            </a:r>
            <a:r>
              <a:rPr lang="en-US" altLang="ja-JP" sz="2400" dirty="0">
                <a:solidFill>
                  <a:schemeClr val="accent2"/>
                </a:solidFill>
              </a:rPr>
              <a:t>1 </a:t>
            </a:r>
            <a:r>
              <a:rPr lang="ja-JP" altLang="en-US" sz="2400" dirty="0">
                <a:solidFill>
                  <a:schemeClr val="accent2"/>
                </a:solidFill>
              </a:rPr>
              <a:t>次元配列に</a:t>
            </a:r>
            <a:r>
              <a:rPr kumimoji="1" lang="ja-JP" altLang="en-US" sz="2400" dirty="0">
                <a:solidFill>
                  <a:schemeClr val="accent2"/>
                </a:solidFill>
              </a:rPr>
              <a:t>修正</a:t>
            </a:r>
          </a:p>
        </p:txBody>
      </p:sp>
    </p:spTree>
    <p:extLst>
      <p:ext uri="{BB962C8B-B14F-4D97-AF65-F5344CB8AC3E}">
        <p14:creationId xmlns:p14="http://schemas.microsoft.com/office/powerpoint/2010/main" val="9226586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kawata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70C0"/>
      </a:accent1>
      <a:accent2>
        <a:srgbClr val="E84746"/>
      </a:accent2>
      <a:accent3>
        <a:srgbClr val="0CA274"/>
      </a:accent3>
      <a:accent4>
        <a:srgbClr val="E48312"/>
      </a:accent4>
      <a:accent5>
        <a:srgbClr val="E32D91"/>
      </a:accent5>
      <a:accent6>
        <a:srgbClr val="00B0F0"/>
      </a:accent6>
      <a:hlink>
        <a:srgbClr val="0070C0"/>
      </a:hlink>
      <a:folHlink>
        <a:srgbClr val="954F72"/>
      </a:folHlink>
    </a:clrScheme>
    <a:fontScheme name="ユーザー定義 6">
      <a:majorFont>
        <a:latin typeface="源柔ゴシック Heavy"/>
        <a:ea typeface="源柔ゴシック Heavy"/>
        <a:cs typeface=""/>
      </a:majorFont>
      <a:minorFont>
        <a:latin typeface="源柔ゴシック Medium"/>
        <a:ea typeface="源柔ゴシック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24</Words>
  <Application>Microsoft Office PowerPoint</Application>
  <PresentationFormat>ワイド画面</PresentationFormat>
  <Paragraphs>3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源柔ゴシック Heavy</vt:lpstr>
      <vt:lpstr>源柔ゴシック Medium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川田 昌克</dc:creator>
  <cp:lastModifiedBy>川田 昌克</cp:lastModifiedBy>
  <cp:revision>4</cp:revision>
  <dcterms:created xsi:type="dcterms:W3CDTF">2025-11-08T11:05:59Z</dcterms:created>
  <dcterms:modified xsi:type="dcterms:W3CDTF">2025-11-11T13:06:51Z</dcterms:modified>
</cp:coreProperties>
</file>