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9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22:30:03.0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22:30:14.8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22:32:17.85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5958 3647,'-114'0,"-29"1,-260-12,-41-15,-426-26,206-11,21-14,195 9,18-10,403 73,-91-17,3-3,-126-34,184 42,2 1,2-3,2 0,1-1,-70-38,24-2,-89-72,-164-152,290 231,8 0,5-2,-48-97,79 105,-1-54,21-46,6 55,11 0,96-162,184-160,-205 286,142-131,-132 169,138-86,-196 145,5 3,2 0,3 1,133-46,-113 47,3 1,4 2,1 1,109-19,-100 23,2 3,1 0,2 3,1 1,1 3,2 0,135-3,467 9,-423 3,-59 2,-190 0,0-1,0 0,-1 2,47 7,-20-2,0 2,-4 1,110 30,-95-20,0 1,76 33,103 62,-23 4,-76-37,360 212,-465-266,49 46,-76-58,-4-1,-1 1,-2 0,4 22,3 185,-22-137,54 293,1 4,-58-190,-44-2,31-154,-48 149,61-158,-2 0,-5 0,-22 30,23-48,-1 0,0-1,-3 0,-2-1,0 1,-2-1,-32 14,13-9,-1 1,-2-2,-81 22,-395 122,439-134,-3-1,-96 22,89-27,-149 22,1 0,121-19,-363 69,366-72,-4-2,-154 14,228-26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22:33:22.84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5958 3647,'-114'0,"-29"1,-260-12,-41-15,-426-26,206-11,21-14,195 9,18-10,403 73,-91-17,3-3,-126-34,184 42,2 1,2-3,2 0,1-1,-70-38,24-2,-89-72,-164-152,290 231,8 0,5-2,-48-97,79 105,-1-54,21-46,6 55,11 0,96-162,184-160,-205 286,142-131,-132 169,138-86,-196 145,5 3,2 0,3 1,133-46,-113 47,3 1,4 2,1 1,109-19,-100 23,2 3,1 0,2 3,1 1,1 3,2 0,135-3,467 9,-423 3,-59 2,-190 0,0-1,0 0,-1 2,47 7,-20-2,0 2,-4 1,110 30,-95-20,0 1,76 33,103 62,-23 4,-76-37,360 212,-465-266,49 46,-76-58,-4-1,-1 1,-2 0,4 22,3 185,-22-137,54 293,1 4,-58-190,-44-2,31-154,-48 149,61-158,-2 0,-5 0,-22 30,23-48,-1 0,0-1,-3 0,-2-1,0 1,-2-1,-32 14,13-9,-1 1,-2-2,-81 22,-395 122,439-134,-3-1,-96 22,89-27,-149 22,1 0,121-19,-363 69,366-72,-4-2,-154 14,228-26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31140-0E27-CE04-42B4-309D1DB7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57172-C350-5B0D-C740-93BD935B4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88F0-8284-B85D-923B-6CD8AFA3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850E4-626F-B5AB-488E-AF00BC96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0CBF45-8C14-9375-4DA1-9239F059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A7A1-262A-8B5F-7DE3-5332FAA6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BB38E-CD4A-A1E8-1E90-28214A2A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82341-F974-06DF-DFD7-593038C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FA9E-A2A2-5A40-43A9-151ED4E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4EB81-4C22-1035-F498-6D68818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6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C1128-586D-1198-3F06-B89A4983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A4114-BD27-25EF-198A-5A35470A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24DFC-BA00-D6B3-2126-4E39BFD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03426-A844-506C-5BC1-2FF8061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B7FA7-0E04-A7E3-BD32-67A9348D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86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CFD79-FB84-B668-9014-F49154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CA7D9-1B1A-4E3A-7921-05B8E01C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8798A-6161-783F-7308-CBF42E12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18338B-04A3-0146-C550-8E6C4FDC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DB5DE3-A155-FBF1-69CF-3D51928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816F2-98B1-30C0-21FF-7521CF8C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9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87102-7444-FD8C-183E-6E6CBB7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8F2666-2134-0582-99F6-51907B11C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F400A-103C-E9CC-E9FE-DC49ABDC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30816F-641F-2ABA-25B7-F25E7F59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C565C4-1238-2A0D-7A3F-ED273A95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BD9490-1AED-BF76-51F4-4179340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796D9-4748-FD4B-198A-093C12C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728F5C-5BBC-448D-EE56-8E2E9BF8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0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C2E2-CA50-E04E-AA1F-97FA203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218D0B-DB66-C3E4-CD15-717BE4CF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F564C-7CEF-1E29-7A6A-D17FBF6E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529A5-6D08-F4B3-7DCC-B845B33E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76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8DCC69-8DB1-65CA-CA73-73BDB2D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3E508C-397E-511C-9EC0-BE1A15C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12810-D6D9-89A3-4BA0-8AC165C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5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53D4CE-A8DB-EB5A-E903-286BA36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C57D5-1104-2818-1F27-37648C9A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CE124-199A-DA24-060F-15D9F0AC6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25504-69B4-B8E1-EE2F-7757419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027C6-1894-8ABA-A07C-4487CEA0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D7E345-0697-926E-4103-55C9982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59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FC3BA-3248-FF71-44D4-46DF47E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5FE152-DE08-D2E9-9CF6-9F185653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86E81E-B425-C13E-A978-0070BAF6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F5BDA-B180-E986-75ED-C7EC338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B49DD-CBA3-78EA-6F50-D6FAD40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3C831-DD4C-B72C-02FA-02F0E758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BC28-3467-E987-B6F6-A5FCEC4A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7FB3B4-5844-7E56-3A22-333908F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1A974-8B73-EF00-9E22-F5D0CB7F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F6C05-16B1-934D-C40B-C5349866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071C7-B7BF-B173-13CA-1C2F550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00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4A2546-4074-4413-7AA8-4102D8E7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B6567-95AC-158C-DADC-9F0A7CE0D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BEB0A-164A-7F03-C1E2-EC44E7D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C4345-D0C2-FF2C-B2A8-732AE541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933FA-5FFC-8B5F-6286-1BD587D4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7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923C33-65B4-BA24-B95E-B40A9495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AA5C15-6D2E-3C6B-F438-62DBE278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E608B-792F-133D-2CE3-DB7CA98A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5BAD-9A02-442D-AC96-94C82C63132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EBF76-91E6-BB54-BB9D-975C3BC6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ABEAE-CB40-B5E3-4124-E8B8DFD9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E8F92D4-3C66-B51D-88D8-BEE727ED9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74" t="25271" r="20799" b="12714"/>
          <a:stretch>
            <a:fillRect/>
          </a:stretch>
        </p:blipFill>
        <p:spPr>
          <a:xfrm>
            <a:off x="1466408" y="0"/>
            <a:ext cx="9072869" cy="57060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E6EE98BD-0341-AAE3-AA87-B95319F384E4}"/>
                  </a:ext>
                </a:extLst>
              </p14:cNvPr>
              <p14:cNvContentPartPr/>
              <p14:nvPr/>
            </p14:nvContentPartPr>
            <p14:xfrm>
              <a:off x="5806120" y="760306"/>
              <a:ext cx="2424735" cy="2110214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E6EE98BD-0341-AAE3-AA87-B95319F384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0123" y="688310"/>
                <a:ext cx="2496368" cy="2253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F15D65A0-403A-7670-0C15-2D279A9A7DFE}"/>
                  </a:ext>
                </a:extLst>
              </p14:cNvPr>
              <p14:cNvContentPartPr/>
              <p14:nvPr/>
            </p14:nvContentPartPr>
            <p14:xfrm>
              <a:off x="5806120" y="2870520"/>
              <a:ext cx="2424735" cy="2110214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F15D65A0-403A-7670-0C15-2D279A9A7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0123" y="2798524"/>
                <a:ext cx="2496368" cy="2253847"/>
              </a:xfrm>
              <a:prstGeom prst="rect">
                <a:avLst/>
              </a:prstGeom>
            </p:spPr>
          </p:pic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273CA1-A3A2-5125-C2F4-F627FF050095}"/>
              </a:ext>
            </a:extLst>
          </p:cNvPr>
          <p:cNvSpPr txBox="1"/>
          <p:nvPr/>
        </p:nvSpPr>
        <p:spPr>
          <a:xfrm>
            <a:off x="5387271" y="5244428"/>
            <a:ext cx="4523995" cy="83099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chemeClr val="accent2"/>
                </a:solidFill>
              </a:rPr>
              <a:t>relative angle command [rad]</a:t>
            </a:r>
          </a:p>
          <a:p>
            <a:r>
              <a:rPr lang="ja-JP" altLang="en-US" sz="2400" dirty="0">
                <a:solidFill>
                  <a:schemeClr val="accent2"/>
                </a:solidFill>
              </a:rPr>
              <a:t>のブロックの一部を修正</a:t>
            </a:r>
            <a:endParaRPr lang="en-US" altLang="ja-JP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384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4CC77C4-33C7-6100-24C4-85D5A3D50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05" t="24496" r="33767" b="8372"/>
          <a:stretch>
            <a:fillRect/>
          </a:stretch>
        </p:blipFill>
        <p:spPr>
          <a:xfrm>
            <a:off x="828675" y="0"/>
            <a:ext cx="4747892" cy="617691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86C13C1-86D6-F4AF-7758-C1882417E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52" t="24341" r="30121" b="3876"/>
          <a:stretch>
            <a:fillRect/>
          </a:stretch>
        </p:blipFill>
        <p:spPr>
          <a:xfrm>
            <a:off x="6615568" y="1930"/>
            <a:ext cx="4747757" cy="66048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04C843BE-11A4-0D4D-B553-03F36B9E71ED}"/>
                  </a:ext>
                </a:extLst>
              </p14:cNvPr>
              <p14:cNvContentPartPr/>
              <p14:nvPr/>
            </p14:nvContentPartPr>
            <p14:xfrm>
              <a:off x="3202621" y="1991030"/>
              <a:ext cx="2373812" cy="1313331"/>
            </p14:xfrm>
          </p:contentPart>
        </mc:Choice>
        <mc:Fallback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04C843BE-11A4-0D4D-B553-03F36B9E71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6627" y="1919047"/>
                <a:ext cx="2445440" cy="1456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7DA7B4E1-6008-83A2-572C-8458C07CEFB4}"/>
                  </a:ext>
                </a:extLst>
              </p14:cNvPr>
              <p14:cNvContentPartPr/>
              <p14:nvPr/>
            </p14:nvContentPartPr>
            <p14:xfrm>
              <a:off x="8765221" y="2115669"/>
              <a:ext cx="2373812" cy="1313331"/>
            </p14:xfrm>
          </p:contentPart>
        </mc:Choice>
        <mc:Fallback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7DA7B4E1-6008-83A2-572C-8458C07CEF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9227" y="2043686"/>
                <a:ext cx="2445440" cy="14569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0343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awata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84746"/>
      </a:accent2>
      <a:accent3>
        <a:srgbClr val="0CA274"/>
      </a:accent3>
      <a:accent4>
        <a:srgbClr val="E48312"/>
      </a:accent4>
      <a:accent5>
        <a:srgbClr val="E32D91"/>
      </a:accent5>
      <a:accent6>
        <a:srgbClr val="00B0F0"/>
      </a:accent6>
      <a:hlink>
        <a:srgbClr val="0070C0"/>
      </a:hlink>
      <a:folHlink>
        <a:srgbClr val="954F72"/>
      </a:folHlink>
    </a:clrScheme>
    <a:fontScheme name="ユーザー定義 6">
      <a:majorFont>
        <a:latin typeface="源柔ゴシック Heavy"/>
        <a:ea typeface="源柔ゴシック Heavy"/>
        <a:cs typeface=""/>
      </a:majorFont>
      <a:minorFont>
        <a:latin typeface="源柔ゴシック Medium"/>
        <a:ea typeface="源柔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源柔ゴシック Heavy</vt:lpstr>
      <vt:lpstr>Arial</vt:lpstr>
      <vt:lpstr>源柔ゴシック Medium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川田 昌克</dc:creator>
  <cp:lastModifiedBy>川田 昌克</cp:lastModifiedBy>
  <cp:revision>6</cp:revision>
  <dcterms:created xsi:type="dcterms:W3CDTF">2025-11-08T11:05:59Z</dcterms:created>
  <dcterms:modified xsi:type="dcterms:W3CDTF">2025-11-28T22:34:52Z</dcterms:modified>
</cp:coreProperties>
</file>